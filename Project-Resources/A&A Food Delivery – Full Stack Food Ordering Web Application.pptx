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73" r:id="rId14"/>
    <p:sldId id="274" r:id="rId15"/>
    <p:sldId id="268" r:id="rId16"/>
    <p:sldId id="269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73" autoAdjust="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animeshkashyap2007/AAFoodDelivery.gi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anand-singh-8646b6383/" TargetMode="External"/><Relationship Id="rId5" Type="http://schemas.openxmlformats.org/officeDocument/2006/relationships/hyperlink" Target="http://www.linkedin.com/in/animesh-kashyap-14b854340" TargetMode="Externa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4626" y="0"/>
            <a:ext cx="608737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762000"/>
            <a:ext cx="52006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EA580C"/>
                </a:solidFill>
                <a:latin typeface="Poppins"/>
              </a:rPr>
              <a:t>A&amp;A Food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762250"/>
            <a:ext cx="520065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1E293B"/>
                </a:solidFill>
                <a:latin typeface="Poppins SemiBold"/>
              </a:rPr>
              <a:t>A Full-Stack Food Ordering &amp; Delivery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985021"/>
            <a:ext cx="4953000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475569"/>
                </a:solidFill>
                <a:latin typeface="Lato"/>
              </a:rPr>
              <a:t>Presented by:</a:t>
            </a:r>
            <a:r>
              <a:rPr dirty="0"/>
              <a:t>
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Animesh Kashyap</a:t>
            </a:r>
            <a:r>
              <a:rPr lang="en-US" sz="1500" b="0" i="0" u="none" dirty="0">
                <a:solidFill>
                  <a:srgbClr val="475569"/>
                </a:solidFill>
                <a:latin typeface="Lato"/>
              </a:rPr>
              <a:t> - 03013702025</a:t>
            </a:r>
          </a:p>
          <a:p>
            <a:pPr algn="l">
              <a:lnSpc>
                <a:spcPts val="2400"/>
              </a:lnSpc>
            </a:pPr>
            <a:r>
              <a:rPr lang="en-US" sz="1500" dirty="0">
                <a:solidFill>
                  <a:srgbClr val="475569"/>
                </a:solidFill>
                <a:latin typeface="Lato"/>
              </a:rPr>
              <a:t>Anand Singh - 01613702025</a:t>
            </a:r>
            <a:endParaRPr sz="1500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2874" y="4785121"/>
            <a:ext cx="4953000" cy="1512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endParaRPr lang="en-US" sz="1500" b="0" i="0" u="none" dirty="0">
              <a:solidFill>
                <a:srgbClr val="475569"/>
              </a:solidFill>
              <a:latin typeface="Lato"/>
            </a:endParaRPr>
          </a:p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Lato"/>
              </a:rPr>
              <a:t>BCA Student</a:t>
            </a:r>
            <a:endParaRPr lang="en-US" sz="1500" b="0" i="0" u="none" dirty="0">
              <a:solidFill>
                <a:srgbClr val="475569"/>
              </a:solidFill>
              <a:latin typeface="Lato"/>
            </a:endParaRPr>
          </a:p>
          <a:p>
            <a:pPr algn="l">
              <a:lnSpc>
                <a:spcPts val="2400"/>
              </a:lnSpc>
            </a:pPr>
            <a:r>
              <a:rPr lang="en-US" sz="1500" dirty="0">
                <a:solidFill>
                  <a:srgbClr val="475569"/>
                </a:solidFill>
                <a:latin typeface="Lato"/>
              </a:rPr>
              <a:t>BCA III M1 </a:t>
            </a:r>
            <a:r>
              <a:rPr dirty="0"/>
              <a:t>
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Institute of Information Technology &amp; Management (IITM), Janakpuri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325" y="23812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23812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325" y="28384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8384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2956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2956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752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7528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42100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2100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46672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6672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Database Design (ER Diagram)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51244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1244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Workflow / Flowchart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23812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9875" y="23812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Module Walkthrough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575" y="28384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9875" y="28384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Screenshots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32956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32956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Security (JWT Authentication)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3752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9875" y="37528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Installation &amp;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2100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9875" y="42100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Future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5575" y="46672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9875" y="46672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Project Submission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5575" y="51244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9875" y="512445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Agenda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76400"/>
            <a:ext cx="5238750" cy="3609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76400"/>
            <a:ext cx="5238750" cy="3609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066925"/>
            <a:ext cx="46805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275" y="2066925"/>
            <a:ext cx="46805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2609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2609850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Ordering food online today is fragmented across multiple apps.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371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371850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Existing solutions often have inconsistent tracking and slow checkout.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4133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4133850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Small restaurants often lack an affordable, dedicated ordering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2609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2609850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 single, fast, full-stack web platform for browsing menus and ordering.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3371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3371850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Provides seamless real-time tracking for food delivery.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6100" y="4133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4133850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Built end-to-end as a BCA final project to demonstrate full-stack skills.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Introduction &amp; Problem Statement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76400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25146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51460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Build a responsive, user-friendly food ordering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29718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97180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Implement secure authentication and role-based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4290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42900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Provide real-time order tracking for customers.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8862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886200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Design a scalable backend using Clean Architecture principles.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46482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648200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Demonstrate practical use of Angular, ASP.NET Core, and SQL Server together.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685925"/>
            <a:ext cx="5219700" cy="4552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Project 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01CE1DD-9670-9790-0619-E7D9AF820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50" y="1266824"/>
            <a:ext cx="6248400" cy="5591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76400"/>
            <a:ext cx="5238750" cy="3067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76400"/>
            <a:ext cx="5238750" cy="3067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50" y="20669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150" y="20669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Home Page with featured food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25241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25241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Food Menu with browsing and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29813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9813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Shopping Cart with server-side price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34385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4385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Secure Checkout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38957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38957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Order History for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20669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20669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PDF Invoice Download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6100" y="25241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25241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User Login &amp; Registration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6100" y="29813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29813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Real-time Order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6100" y="34385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34385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Contact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6100" y="38957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3895725"/>
            <a:ext cx="42195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Fully Responsive Design (mobile + desktop)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Key Features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76400"/>
            <a:ext cx="3429000" cy="4238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676400"/>
            <a:ext cx="3429000" cy="4238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676400"/>
            <a:ext cx="3429000" cy="423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847975"/>
            <a:ext cx="129016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2025" y="2847975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Backend &amp;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2025" y="2847975"/>
            <a:ext cx="22802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Tools &amp; Security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2114550"/>
            <a:ext cx="5715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5850" y="33909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3390900"/>
            <a:ext cx="2041814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Lato"/>
              </a:rPr>
              <a:t>Angular &amp; </a:t>
            </a:r>
            <a:r>
              <a:rPr sz="1500" b="0" i="0" u="none" dirty="0" err="1">
                <a:solidFill>
                  <a:srgbClr val="475569"/>
                </a:solidFill>
                <a:latin typeface="Lato"/>
              </a:rPr>
              <a:t>TypeScript</a:t>
            </a:r>
            <a:endParaRPr sz="1500"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5850" y="38481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848100"/>
            <a:ext cx="17430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Lato"/>
              </a:rPr>
              <a:t>HTML5 &amp; 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43053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4305300"/>
            <a:ext cx="17430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Bootstrap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211455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95850" y="33909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150" y="3390900"/>
            <a:ext cx="26098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Lato"/>
              </a:rPr>
              <a:t>ASP.NET Core Web API (C#)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5850" y="38481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150" y="3848100"/>
            <a:ext cx="2362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Lato"/>
              </a:rPr>
              <a:t>Entity Framework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5850" y="43053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150" y="4305300"/>
            <a:ext cx="2362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Microsoft SQL Server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2025" y="211455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05850" y="33909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0150" y="3390900"/>
            <a:ext cx="24098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JWT 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850" y="38481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0150" y="3848100"/>
            <a:ext cx="24098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Visual Studio 2022 &amp; VS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850" y="46101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0150" y="4610100"/>
            <a:ext cx="24098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Swagger, Git &amp;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850" y="50673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0150" y="5067300"/>
            <a:ext cx="24098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Leaflet (Maps)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Technology Stack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76400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24384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438400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Three-tier Clean Architecture: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Core, Infrastructure, and API layers on the backend.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2004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200400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Frontend: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Angular standalone-component architecture communicating via REST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9624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62400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Database: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SQL Server database accessed securely through Entity Framework 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7244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724400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Authentication: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JWT-based stateless authentication between client and server.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76400"/>
            <a:ext cx="5219700" cy="4552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System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9C11A1-7740-DB0C-EDE6-5368F318BB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58242" y="1657349"/>
            <a:ext cx="5485765" cy="45529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76400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2460913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1218" y="2369127"/>
            <a:ext cx="5000625" cy="589392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475569"/>
                </a:solidFill>
                <a:latin typeface="Lato"/>
              </a:rPr>
              <a:t>Core Entities: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 User, </a:t>
            </a:r>
            <a:r>
              <a:rPr sz="1500" b="0" i="0" u="none" dirty="0" err="1">
                <a:solidFill>
                  <a:srgbClr val="475569"/>
                </a:solidFill>
                <a:latin typeface="Lato"/>
              </a:rPr>
              <a:t>FoodItem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, Order, </a:t>
            </a:r>
            <a:r>
              <a:rPr sz="1500" b="0" i="0" u="none" dirty="0" err="1">
                <a:solidFill>
                  <a:srgbClr val="475569"/>
                </a:solidFill>
                <a:latin typeface="Lato"/>
              </a:rPr>
              <a:t>OrderItem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, and </a:t>
            </a:r>
            <a:r>
              <a:rPr sz="1500" b="0" i="0" u="none" dirty="0" err="1">
                <a:solidFill>
                  <a:srgbClr val="475569"/>
                </a:solidFill>
                <a:latin typeface="Lato"/>
              </a:rPr>
              <a:t>Cart</a:t>
            </a:r>
            <a:r>
              <a:rPr lang="en-US" sz="1500" b="0" i="0" u="none" dirty="0" err="1">
                <a:solidFill>
                  <a:srgbClr val="475569"/>
                </a:solidFill>
                <a:latin typeface="Lato"/>
              </a:rPr>
              <a:t>,Delivery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173556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1217" y="3124200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475569"/>
                </a:solidFill>
                <a:latin typeface="Lato"/>
              </a:rPr>
              <a:t>Relationships: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 One user can place many orders; each order contains multiple food items.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925531"/>
            <a:ext cx="1143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216" y="3851563"/>
            <a:ext cx="500062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475569"/>
                </a:solidFill>
                <a:latin typeface="Lato"/>
              </a:rPr>
              <a:t>Management: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 Database schema and versioning managed using Entity Framework Core migrations.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685925"/>
            <a:ext cx="5219700" cy="4552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Database Design (ER Diagram)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2F7C04-7851-C538-3E29-2F5A5DF87A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07578" y="1581150"/>
            <a:ext cx="6165371" cy="49490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76400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28194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81940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User registers or logs in → JWT token issued.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2766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27660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User browses menu → adds items to cart.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7338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73380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Cart reviewed → checkout initiated → order placed.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1910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19100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Order stored in database → status updates in real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46482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648200"/>
            <a:ext cx="500062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User downloads PDF invoice and actively tracks order.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685925"/>
            <a:ext cx="5219700" cy="4552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Application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519ABB-626E-7EB0-394E-8F9930B1B0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72225" y="1685925"/>
            <a:ext cx="5485130" cy="4562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76400"/>
            <a:ext cx="5238750" cy="3371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76400"/>
            <a:ext cx="5238750" cy="3371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5850" y="20669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150" y="2066925"/>
            <a:ext cx="46101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475569"/>
                </a:solidFill>
                <a:latin typeface="Lato"/>
              </a:rPr>
              <a:t>Authentication Module: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 Handles user registration, login, and secure JWT token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28289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2828925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Menu Module: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Responsible for food listings, dynamic categories, and detailed item views.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5909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590925"/>
            <a:ext cx="4219575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Cart &amp; Checkout Module: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Manages adding/removing items, real-time price calculation, and order placement.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20669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2066925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Order Tracking Module: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Provides live order status updates directly to the customer.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28289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2828925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Admin Module: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Dedicated secure portal to manage food items, categories, and customer orders.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Module Walkthrough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7E1EF-1EF3-347B-4284-F0FC9130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343800A-ADE9-13BD-B472-A415A337B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76400"/>
            <a:ext cx="3492549" cy="2381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E71CAB-EFD3-59A4-1236-D008D55BFC07}"/>
              </a:ext>
            </a:extLst>
          </p:cNvPr>
          <p:cNvSpPr txBox="1"/>
          <p:nvPr/>
        </p:nvSpPr>
        <p:spPr>
          <a:xfrm>
            <a:off x="474454" y="5612382"/>
            <a:ext cx="34925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 dirty="0">
                <a:solidFill>
                  <a:srgbClr val="1E293B"/>
                </a:solidFill>
                <a:latin typeface="Lato"/>
              </a:rPr>
              <a:t>Home 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994D8-9E1C-E3AC-C157-AF0952938AA7}"/>
              </a:ext>
            </a:extLst>
          </p:cNvPr>
          <p:cNvSpPr txBox="1"/>
          <p:nvPr/>
        </p:nvSpPr>
        <p:spPr>
          <a:xfrm>
            <a:off x="7756451" y="5609357"/>
            <a:ext cx="2097577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 dirty="0">
                <a:solidFill>
                  <a:srgbClr val="1E293B"/>
                </a:solidFill>
                <a:latin typeface="Lato"/>
              </a:rPr>
              <a:t>Menu Page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73DA50AC-F224-580D-7462-6C928CDA7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85925"/>
            <a:ext cx="3473499" cy="2362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D83B49-E48A-5BA9-3B44-7408F7693FF8}"/>
              </a:ext>
            </a:extLst>
          </p:cNvPr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EA580C"/>
                </a:solidFill>
                <a:latin typeface="Poppins SemiBold"/>
              </a:rPr>
              <a:t>Application Screenshots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6B49D0-6071-AA28-7875-D65E7AC21E2A}"/>
              </a:ext>
            </a:extLst>
          </p:cNvPr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441A82-4D20-7270-8CC4-46C879026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13" y="1452406"/>
            <a:ext cx="5014109" cy="40396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B0C8DA-6E76-E7A8-E058-2269729C9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268" y="1476375"/>
            <a:ext cx="5618663" cy="399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77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74454" y="5612382"/>
            <a:ext cx="3492549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b="1" dirty="0">
                <a:solidFill>
                  <a:srgbClr val="1E293B"/>
                </a:solidFill>
                <a:latin typeface="Lato"/>
              </a:rPr>
              <a:t>Login Page</a:t>
            </a:r>
            <a:endParaRPr sz="1500" b="1" i="0" u="none" dirty="0">
              <a:solidFill>
                <a:srgbClr val="1E293B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00191" y="5612382"/>
            <a:ext cx="3492549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 dirty="0">
                <a:solidFill>
                  <a:srgbClr val="1E293B"/>
                </a:solidFill>
                <a:latin typeface="Lato"/>
              </a:rPr>
              <a:t>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EA580C"/>
                </a:solidFill>
                <a:latin typeface="Poppins SemiBold"/>
              </a:rPr>
              <a:t>Application Screenshots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477553A-42C5-9F38-80BF-2EA41BB90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954" y="1428205"/>
            <a:ext cx="5672546" cy="41343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A6CACFF-6B21-3605-EFDA-30D8EBFD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54" y="1428205"/>
            <a:ext cx="4791744" cy="41841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4BE54-F04E-281A-4796-526D4031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462D19-80D4-7987-841B-0136AB80675A}"/>
              </a:ext>
            </a:extLst>
          </p:cNvPr>
          <p:cNvSpPr txBox="1"/>
          <p:nvPr/>
        </p:nvSpPr>
        <p:spPr>
          <a:xfrm>
            <a:off x="474454" y="5612382"/>
            <a:ext cx="3492549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b="1" dirty="0">
                <a:solidFill>
                  <a:srgbClr val="1E293B"/>
                </a:solidFill>
                <a:latin typeface="Lato"/>
              </a:rPr>
              <a:t>Checkout Page</a:t>
            </a:r>
            <a:endParaRPr sz="1500" b="1" i="0" u="none" dirty="0">
              <a:solidFill>
                <a:srgbClr val="1E293B"/>
              </a:solidFill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EE6C0-6306-FC9B-2B3F-4D2A4B283996}"/>
              </a:ext>
            </a:extLst>
          </p:cNvPr>
          <p:cNvSpPr txBox="1"/>
          <p:nvPr/>
        </p:nvSpPr>
        <p:spPr>
          <a:xfrm>
            <a:off x="6900191" y="5612382"/>
            <a:ext cx="3492549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b="1" dirty="0">
                <a:solidFill>
                  <a:srgbClr val="1E293B"/>
                </a:solidFill>
                <a:latin typeface="Lato"/>
              </a:rPr>
              <a:t>Order Placed</a:t>
            </a:r>
            <a:endParaRPr sz="1500" b="1" i="0" u="none" dirty="0">
              <a:solidFill>
                <a:srgbClr val="1E293B"/>
              </a:solidFill>
              <a:latin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4FAC6-2FEF-104F-35E6-E458236C630B}"/>
              </a:ext>
            </a:extLst>
          </p:cNvPr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EA580C"/>
                </a:solidFill>
                <a:latin typeface="Poppins SemiBold"/>
              </a:rPr>
              <a:t>Application Screenshots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C18AEF-A810-96E3-F31E-08CADFA5B783}"/>
              </a:ext>
            </a:extLst>
          </p:cNvPr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7B643-927E-3104-DB73-8A279AB9D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5" y="1567204"/>
            <a:ext cx="4702146" cy="3949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9FE59B-A684-D3BE-C128-3225BE09F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19" y="1567204"/>
            <a:ext cx="5638247" cy="394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3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DF920-A949-7407-3043-5F16E4F0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4055E8-82CE-32F0-1C63-1F661805B5CA}"/>
              </a:ext>
            </a:extLst>
          </p:cNvPr>
          <p:cNvSpPr txBox="1"/>
          <p:nvPr/>
        </p:nvSpPr>
        <p:spPr>
          <a:xfrm>
            <a:off x="474454" y="5612382"/>
            <a:ext cx="3492549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b="1" dirty="0">
                <a:solidFill>
                  <a:srgbClr val="1E293B"/>
                </a:solidFill>
                <a:latin typeface="Lato"/>
              </a:rPr>
              <a:t>Invoice</a:t>
            </a:r>
            <a:endParaRPr sz="1500" b="1" i="0" u="none" dirty="0">
              <a:solidFill>
                <a:srgbClr val="1E293B"/>
              </a:solidFill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CDA86-DADA-31BA-1DD0-D08009F27B4B}"/>
              </a:ext>
            </a:extLst>
          </p:cNvPr>
          <p:cNvSpPr txBox="1"/>
          <p:nvPr/>
        </p:nvSpPr>
        <p:spPr>
          <a:xfrm>
            <a:off x="6900191" y="5612382"/>
            <a:ext cx="3492549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b="1" i="0" u="none" dirty="0">
                <a:solidFill>
                  <a:srgbClr val="1E293B"/>
                </a:solidFill>
                <a:latin typeface="Lato"/>
              </a:rPr>
              <a:t>Tracking Order</a:t>
            </a:r>
            <a:endParaRPr sz="1500" b="1" i="0" u="none" dirty="0">
              <a:solidFill>
                <a:srgbClr val="1E293B"/>
              </a:solidFill>
              <a:latin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76CC9-6DED-34C0-5493-E0259B1B7E2E}"/>
              </a:ext>
            </a:extLst>
          </p:cNvPr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 dirty="0">
                <a:solidFill>
                  <a:srgbClr val="EA580C"/>
                </a:solidFill>
                <a:latin typeface="Poppins SemiBold"/>
              </a:rPr>
              <a:t>Application Screenshots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E7B350-5B18-6027-2627-EAAF4902004B}"/>
              </a:ext>
            </a:extLst>
          </p:cNvPr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5C181-2C6C-F06F-6F66-0ABB598AB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69443"/>
            <a:ext cx="4541808" cy="4242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7D7D6A-6250-7670-7AE9-0DD45EEA2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70" y="1295399"/>
            <a:ext cx="5886996" cy="431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85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76400"/>
            <a:ext cx="5238750" cy="3790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76400"/>
            <a:ext cx="5238750" cy="379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066925"/>
            <a:ext cx="46805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Backend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275" y="2066925"/>
            <a:ext cx="46805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Frontend Setup &amp;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2609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2609850"/>
            <a:ext cx="4219575" cy="6191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Open AAFoodDelivery.API in Visual Studio 2022.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3813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381375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Restore NuGet packages and update connection strings.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41433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4143375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Run the project → Swagger interface opens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2609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2609850"/>
            <a:ext cx="4219575" cy="3143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Navigate: cd AAFoodDelivery.Client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30765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3076575"/>
            <a:ext cx="4219575" cy="3143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Run: npm install followed by ng 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6100" y="35433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3543300"/>
            <a:ext cx="4219575" cy="6191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Access the application at http://localhost:4200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6100" y="41624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4105275"/>
            <a:ext cx="42195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475569"/>
                </a:solidFill>
                <a:latin typeface="Lato"/>
              </a:rPr>
              <a:t>Requires:</a:t>
            </a:r>
            <a:r>
              <a:rPr sz="1500" b="0" i="0" u="none" dirty="0">
                <a:solidFill>
                  <a:srgbClr val="475569"/>
                </a:solidFill>
                <a:latin typeface="Lato"/>
              </a:rPr>
              <a:t> SQL Server instance, Node.js, and .NET SDK.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Installation &amp; Setup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76400"/>
            <a:ext cx="3429000" cy="4238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676400"/>
            <a:ext cx="3429000" cy="4238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676400"/>
            <a:ext cx="3429000" cy="423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847975"/>
            <a:ext cx="14801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2025" y="2847975"/>
            <a:ext cx="146018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2025" y="2847975"/>
            <a:ext cx="219027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293B"/>
                </a:solidFill>
                <a:latin typeface="Poppins SemiBold"/>
              </a:rPr>
              <a:t>Smart Features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2114550"/>
            <a:ext cx="51435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5850" y="33909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3390900"/>
            <a:ext cx="2409825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Restaurant partner dashboard for multi-restaurant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44577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4457700"/>
            <a:ext cx="2409825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Delivery rider application with live GPS tracking capabilities.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2114550"/>
            <a:ext cx="51435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95850" y="33909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150" y="3390900"/>
            <a:ext cx="2409825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Seamless payment gateway integration (e.g., Razorpay or Stripe).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2025" y="2114550"/>
            <a:ext cx="5715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05850" y="33909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0150" y="3390900"/>
            <a:ext cx="2409825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Automated push notifications for order status updates.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850" y="44577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150" y="4457700"/>
            <a:ext cx="2409825" cy="9144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AI-based personalized food recommendations based on history.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EA580C"/>
                </a:solidFill>
                <a:latin typeface="Poppins SemiBold"/>
              </a:rPr>
              <a:t>Future 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01" y="4313852"/>
            <a:ext cx="2869406" cy="13229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87871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EA580C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921371"/>
            <a:ext cx="110490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475569"/>
                </a:solidFill>
                <a:latin typeface="Lato"/>
              </a:rPr>
              <a:t>A&amp;A Food Delivery successfully demonstrates a complete full-stack development cycle from database to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275" y="3094732"/>
            <a:ext cx="11601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1E293B"/>
                </a:solidFill>
                <a:latin typeface="Poppins SemiBold"/>
              </a:rPr>
              <a:t>Developed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590032"/>
            <a:ext cx="11049000" cy="6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 dirty="0">
                <a:solidFill>
                  <a:srgbClr val="EA580C"/>
                </a:solidFill>
                <a:latin typeface="Lato"/>
              </a:rPr>
              <a:t>Animesh Kashyap</a:t>
            </a:r>
            <a:endParaRPr lang="en-US" sz="1650" b="1" i="0" u="none" dirty="0">
              <a:solidFill>
                <a:srgbClr val="EA580C"/>
              </a:solidFill>
              <a:latin typeface="Lato"/>
            </a:endParaRPr>
          </a:p>
          <a:p>
            <a:pPr algn="ctr">
              <a:lnSpc>
                <a:spcPts val="2640"/>
              </a:lnSpc>
            </a:pPr>
            <a:r>
              <a:rPr lang="en-US" sz="1650" b="1" dirty="0">
                <a:solidFill>
                  <a:srgbClr val="EA580C"/>
                </a:solidFill>
                <a:latin typeface="Lato"/>
              </a:rPr>
              <a:t>Anand Singh</a:t>
            </a:r>
            <a:endParaRPr sz="1650" b="1" i="0" u="none" dirty="0">
              <a:solidFill>
                <a:srgbClr val="EA580C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7926" y="4503043"/>
            <a:ext cx="2469356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Lato"/>
              </a:rPr>
              <a:t>GitHub Repository: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926" y="4886539"/>
            <a:ext cx="2469356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IN" sz="1350" dirty="0">
                <a:solidFill>
                  <a:srgbClr val="EA580C"/>
                </a:solidFill>
                <a:latin typeface="monospace"/>
                <a:hlinkClick r:id="rId2"/>
              </a:rPr>
              <a:t>https://github.com/animeshkashyap2007/AAFoodDelivery.git</a:t>
            </a:r>
            <a:endParaRPr sz="1350" b="0" i="0" u="none" dirty="0">
              <a:solidFill>
                <a:srgbClr val="EA580C"/>
              </a:solidFill>
              <a:latin typeface="monospace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9C1A418B-942F-2F88-B478-3F3FCD3D7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559" y="4264145"/>
            <a:ext cx="6914540" cy="13727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B89862-8EA5-9359-5920-1865853B48E8}"/>
              </a:ext>
            </a:extLst>
          </p:cNvPr>
          <p:cNvSpPr txBox="1"/>
          <p:nvPr/>
        </p:nvSpPr>
        <p:spPr>
          <a:xfrm>
            <a:off x="6243808" y="4358091"/>
            <a:ext cx="2469356" cy="248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350" b="1" dirty="0">
                <a:solidFill>
                  <a:srgbClr val="475569"/>
                </a:solidFill>
                <a:latin typeface="Lato"/>
              </a:rPr>
              <a:t>LinkedIn</a:t>
            </a:r>
            <a:r>
              <a:rPr sz="1350" b="1" i="0" u="none" dirty="0">
                <a:solidFill>
                  <a:srgbClr val="475569"/>
                </a:solidFill>
                <a:latin typeface="Lato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6D2AA0-82E8-E1C8-2202-2A574F561513}"/>
              </a:ext>
            </a:extLst>
          </p:cNvPr>
          <p:cNvSpPr txBox="1"/>
          <p:nvPr/>
        </p:nvSpPr>
        <p:spPr>
          <a:xfrm>
            <a:off x="4685208" y="4684048"/>
            <a:ext cx="2469356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350" b="0" i="0" u="none" dirty="0">
                <a:solidFill>
                  <a:srgbClr val="EA580C"/>
                </a:solidFill>
                <a:latin typeface="monospace"/>
              </a:rPr>
              <a:t>Animesh Kashyap -</a:t>
            </a:r>
            <a:r>
              <a:rPr lang="en-US" sz="1350" b="0" i="0" u="none" dirty="0">
                <a:solidFill>
                  <a:srgbClr val="EA580C"/>
                </a:solidFill>
                <a:latin typeface="monospace"/>
                <a:hlinkClick r:id="rId5"/>
              </a:rPr>
              <a:t>http://www.linkedin.com/in/animesh-kashyap-14b854340</a:t>
            </a:r>
            <a:endParaRPr sz="1350" b="0" i="0" u="none" dirty="0">
              <a:solidFill>
                <a:srgbClr val="EA580C"/>
              </a:solidFill>
              <a:latin typeface="monospac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E1D84D-777C-088A-77F8-B2E16B324807}"/>
              </a:ext>
            </a:extLst>
          </p:cNvPr>
          <p:cNvSpPr txBox="1"/>
          <p:nvPr/>
        </p:nvSpPr>
        <p:spPr>
          <a:xfrm>
            <a:off x="7826829" y="4640188"/>
            <a:ext cx="2469356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350" dirty="0">
                <a:solidFill>
                  <a:srgbClr val="EA580C"/>
                </a:solidFill>
                <a:latin typeface="monospace"/>
              </a:rPr>
              <a:t>Anand Singh-</a:t>
            </a:r>
          </a:p>
          <a:p>
            <a:pPr algn="ctr">
              <a:lnSpc>
                <a:spcPts val="2160"/>
              </a:lnSpc>
            </a:pPr>
            <a:r>
              <a:rPr lang="en-IN" sz="1350" b="0" i="0" u="none" dirty="0">
                <a:solidFill>
                  <a:srgbClr val="EA580C"/>
                </a:solidFill>
                <a:latin typeface="monospace"/>
                <a:hlinkClick r:id="rId6"/>
              </a:rPr>
              <a:t>https://www.linkedin.com/in/anand-singh-8646b6383/</a:t>
            </a:r>
            <a:endParaRPr sz="1350" b="0" i="0" u="none" dirty="0">
              <a:solidFill>
                <a:srgbClr val="EA580C"/>
              </a:solidFill>
              <a:latin typeface="monospa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820</Words>
  <Application>Microsoft Office PowerPoint</Application>
  <PresentationFormat>Widescreen</PresentationFormat>
  <Paragraphs>199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Lato</vt:lpstr>
      <vt:lpstr>monospace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Animesh Kashyap</dc:creator>
  <cp:keywords/>
  <dc:description>generated using python-pptx</dc:description>
  <cp:lastModifiedBy>Animesh Kashyap</cp:lastModifiedBy>
  <cp:revision>7</cp:revision>
  <dcterms:created xsi:type="dcterms:W3CDTF">2013-01-27T09:14:16Z</dcterms:created>
  <dcterms:modified xsi:type="dcterms:W3CDTF">2026-07-20T12:38:54Z</dcterms:modified>
  <cp:category/>
</cp:coreProperties>
</file>